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AI-Driven Student Performance Prediction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End-to-End Machine Learning Project</a:t>
            </a:r>
          </a:p>
          <a:p>
            <a:pPr>
              <a:spcAft>
                <a:spcPts val="800"/>
              </a:spcAft>
              <a:defRPr sz="2000"/>
            </a:pPr>
            <a:r>
              <a:t>Python • Scikit-learn • Streamlit • FastAPI • Docker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Educational institutions often need an early signal when a student may be underperforming.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Goal: predict the expected final score and convert it into an understandable performance category.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Predict final score from academic and behavioral features</a:t>
            </a:r>
          </a:p>
          <a:p>
            <a:pPr>
              <a:spcAft>
                <a:spcPts val="800"/>
              </a:spcAft>
              <a:defRPr sz="2000"/>
            </a:pPr>
            <a:r>
              <a:t>• Compare multiple regression algorithms</a:t>
            </a:r>
          </a:p>
          <a:p>
            <a:pPr>
              <a:spcAft>
                <a:spcPts val="800"/>
              </a:spcAft>
              <a:defRPr sz="2000"/>
            </a:pPr>
            <a:r>
              <a:t>• Build a reusable preprocessing + model pipeline</a:t>
            </a:r>
          </a:p>
          <a:p>
            <a:pPr>
              <a:spcAft>
                <a:spcPts val="800"/>
              </a:spcAft>
              <a:defRPr sz="2000"/>
            </a:pPr>
            <a:r>
              <a:t>• Create a Streamlit UI</a:t>
            </a:r>
          </a:p>
          <a:p>
            <a:pPr>
              <a:spcAft>
                <a:spcPts val="800"/>
              </a:spcAft>
              <a:defRPr sz="2000"/>
            </a:pPr>
            <a:r>
              <a:t>• Expose predictions through FastAPI</a:t>
            </a:r>
          </a:p>
          <a:p>
            <a:pPr>
              <a:spcAft>
                <a:spcPts val="800"/>
              </a:spcAft>
              <a:defRPr sz="2000"/>
            </a:pPr>
            <a:r>
              <a:t>• Containerize the application with Docker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Synthetic dataset created for this project: 3,000 student records.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Features include attendance, study hours, previous score, assignments, internal marks, sleep, missed classes, extracurricular level, internet access and parent education.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Target: final_score (0–100).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Data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Remove identifier and non-target label columns</a:t>
            </a:r>
          </a:p>
          <a:p>
            <a:pPr>
              <a:spcAft>
                <a:spcPts val="800"/>
              </a:spcAft>
              <a:defRPr sz="2000"/>
            </a:pPr>
            <a:r>
              <a:t>• Handle missing numeric values with median</a:t>
            </a:r>
          </a:p>
          <a:p>
            <a:pPr>
              <a:spcAft>
                <a:spcPts val="800"/>
              </a:spcAft>
              <a:defRPr sz="2000"/>
            </a:pPr>
            <a:r>
              <a:t>• Handle missing categorical values with most frequent value</a:t>
            </a:r>
          </a:p>
          <a:p>
            <a:pPr>
              <a:spcAft>
                <a:spcPts val="800"/>
              </a:spcAft>
              <a:defRPr sz="2000"/>
            </a:pPr>
            <a:r>
              <a:t>• Standardize numeric features</a:t>
            </a:r>
          </a:p>
          <a:p>
            <a:pPr>
              <a:spcAft>
                <a:spcPts val="800"/>
              </a:spcAft>
              <a:defRPr sz="2000"/>
            </a:pPr>
            <a:r>
              <a:t>• One-hot encode categorical features</a:t>
            </a:r>
          </a:p>
          <a:p>
            <a:pPr>
              <a:spcAft>
                <a:spcPts val="800"/>
              </a:spcAft>
              <a:defRPr sz="2000"/>
            </a:pPr>
            <a:r>
              <a:t>• Keep preprocessing inside a Scikit-learn Pipeline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Exploratory Data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Key checks:</a:t>
            </a:r>
          </a:p>
          <a:p>
            <a:pPr>
              <a:spcAft>
                <a:spcPts val="800"/>
              </a:spcAft>
              <a:defRPr sz="2000"/>
            </a:pPr>
            <a:r>
              <a:t>• Shape and data types</a:t>
            </a:r>
          </a:p>
          <a:p>
            <a:pPr>
              <a:spcAft>
                <a:spcPts val="800"/>
              </a:spcAft>
              <a:defRPr sz="2000"/>
            </a:pPr>
            <a:r>
              <a:t>• Missing values</a:t>
            </a:r>
          </a:p>
          <a:p>
            <a:pPr>
              <a:spcAft>
                <a:spcPts val="800"/>
              </a:spcAft>
              <a:defRPr sz="2000"/>
            </a:pPr>
            <a:r>
              <a:t>• Score distribution</a:t>
            </a:r>
          </a:p>
          <a:p>
            <a:pPr>
              <a:spcAft>
                <a:spcPts val="800"/>
              </a:spcAft>
              <a:defRPr sz="2000"/>
            </a:pPr>
            <a:r>
              <a:t>• Attendance vs score</a:t>
            </a:r>
          </a:p>
          <a:p>
            <a:pPr>
              <a:spcAft>
                <a:spcPts val="800"/>
              </a:spcAft>
              <a:defRPr sz="2000"/>
            </a:pPr>
            <a:r>
              <a:t>• Study hours vs score</a:t>
            </a:r>
          </a:p>
          <a:p>
            <a:pPr>
              <a:spcAft>
                <a:spcPts val="800"/>
              </a:spcAft>
              <a:defRPr sz="2000"/>
            </a:pPr>
            <a:r>
              <a:t>• Correlation among numeric variables</a:t>
            </a:r>
          </a:p>
          <a:p>
            <a:pPr>
              <a:spcAft>
                <a:spcPts val="800"/>
              </a:spcAft>
              <a:defRPr sz="2000"/>
            </a:pPr>
            <a:r>
              <a:t>• Outlier inspection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Machine Learning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Models compared:</a:t>
            </a:r>
          </a:p>
          <a:p>
            <a:pPr>
              <a:spcAft>
                <a:spcPts val="800"/>
              </a:spcAft>
              <a:defRPr sz="2000"/>
            </a:pPr>
            <a:r>
              <a:t>1. Ridge Regression</a:t>
            </a:r>
          </a:p>
          <a:p>
            <a:pPr>
              <a:spcAft>
                <a:spcPts val="800"/>
              </a:spcAft>
              <a:defRPr sz="2000"/>
            </a:pPr>
            <a:r>
              <a:t>2. Random Forest Regressor</a:t>
            </a:r>
          </a:p>
          <a:p>
            <a:pPr>
              <a:spcAft>
                <a:spcPts val="800"/>
              </a:spcAft>
              <a:defRPr sz="2000"/>
            </a:pPr>
            <a:r>
              <a:t>3. Gradient Boosting Regressor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Selection criterion: lowest RMSE on the held-out test set.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Evaluation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MAE — average absolute prediction error.</a:t>
            </a:r>
          </a:p>
          <a:p>
            <a:pPr>
              <a:spcAft>
                <a:spcPts val="800"/>
              </a:spcAft>
              <a:defRPr sz="2000"/>
            </a:pPr>
            <a:r>
              <a:t>RMSE — gives stronger penalty to large errors.</a:t>
            </a:r>
          </a:p>
          <a:p>
            <a:pPr>
              <a:spcAft>
                <a:spcPts val="800"/>
              </a:spcAft>
              <a:defRPr sz="2000"/>
            </a:pPr>
            <a:r>
              <a:t>R² — proportion of target variance explained by the model.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For this problem, RMSE + MAE are especially useful because the target is a continuous score.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Application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Student Input</a:t>
            </a:r>
          </a:p>
          <a:p>
            <a:pPr>
              <a:spcAft>
                <a:spcPts val="800"/>
              </a:spcAft>
              <a:defRPr sz="2000"/>
            </a:pPr>
            <a:r>
              <a:t>   ↓</a:t>
            </a:r>
          </a:p>
          <a:p>
            <a:pPr>
              <a:spcAft>
                <a:spcPts val="800"/>
              </a:spcAft>
              <a:defRPr sz="2000"/>
            </a:pPr>
            <a:r>
              <a:t>Validation / Preprocessing</a:t>
            </a:r>
          </a:p>
          <a:p>
            <a:pPr>
              <a:spcAft>
                <a:spcPts val="800"/>
              </a:spcAft>
              <a:defRPr sz="2000"/>
            </a:pPr>
            <a:r>
              <a:t>   ↓</a:t>
            </a:r>
          </a:p>
          <a:p>
            <a:pPr>
              <a:spcAft>
                <a:spcPts val="800"/>
              </a:spcAft>
              <a:defRPr sz="2000"/>
            </a:pPr>
            <a:r>
              <a:t>Trained ML Pipeline</a:t>
            </a:r>
          </a:p>
          <a:p>
            <a:pPr>
              <a:spcAft>
                <a:spcPts val="800"/>
              </a:spcAft>
              <a:defRPr sz="2000"/>
            </a:pPr>
            <a:r>
              <a:t>   ↓</a:t>
            </a:r>
          </a:p>
          <a:p>
            <a:pPr>
              <a:spcAft>
                <a:spcPts val="800"/>
              </a:spcAft>
              <a:defRPr sz="2000"/>
            </a:pPr>
            <a:r>
              <a:t>Predicted Final Score</a:t>
            </a:r>
          </a:p>
          <a:p>
            <a:pPr>
              <a:spcAft>
                <a:spcPts val="800"/>
              </a:spcAft>
              <a:defRPr sz="2000"/>
            </a:pPr>
            <a:r>
              <a:t>   ↓</a:t>
            </a:r>
          </a:p>
          <a:p>
            <a:pPr>
              <a:spcAft>
                <a:spcPts val="800"/>
              </a:spcAft>
              <a:defRPr sz="2000"/>
            </a:pPr>
            <a:r>
              <a:t>Performance Category</a:t>
            </a:r>
          </a:p>
          <a:p>
            <a:pPr>
              <a:spcAft>
                <a:spcPts val="800"/>
              </a:spcAft>
              <a:defRPr sz="2000"/>
            </a:pPr>
            <a:r>
              <a:t>   ↓</a:t>
            </a:r>
          </a:p>
          <a:p>
            <a:pPr>
              <a:spcAft>
                <a:spcPts val="800"/>
              </a:spcAft>
              <a:defRPr sz="2000"/>
            </a:pPr>
            <a:r>
              <a:t>Actionable Recommendation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9. Streamlit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The web UI collects student information and returns:</a:t>
            </a:r>
          </a:p>
          <a:p>
            <a:pPr>
              <a:spcAft>
                <a:spcPts val="800"/>
              </a:spcAft>
              <a:defRPr sz="2000"/>
            </a:pPr>
            <a:r>
              <a:t>• Predicted final score</a:t>
            </a:r>
          </a:p>
          <a:p>
            <a:pPr>
              <a:spcAft>
                <a:spcPts val="800"/>
              </a:spcAft>
              <a:defRPr sz="2000"/>
            </a:pPr>
            <a:r>
              <a:t>• Performance category</a:t>
            </a:r>
          </a:p>
          <a:p>
            <a:pPr>
              <a:spcAft>
                <a:spcPts val="800"/>
              </a:spcAft>
              <a:defRPr sz="2000"/>
            </a:pPr>
            <a:r>
              <a:t>• Improvement recommendation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Run: streamlit run app.py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10. FastAPI Deployment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REST endpoint: POST /predict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FastAPI validates input using Pydantic and sends the data to the saved ML pipeline.</a:t>
            </a:r>
          </a:p>
          <a:p>
            <a:pPr>
              <a:spcAft>
                <a:spcPts val="800"/>
              </a:spcAft>
              <a:defRPr sz="2000"/>
            </a:pPr>
            <a:r>
              <a:t>Swagger documentation is available at /docs.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11. Docker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Docker packages Python dependencies and the application into a reproducible environment.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Build:</a:t>
            </a:r>
          </a:p>
          <a:p>
            <a:pPr>
              <a:spcAft>
                <a:spcPts val="800"/>
              </a:spcAft>
              <a:defRPr sz="2000"/>
            </a:pPr>
            <a:r>
              <a:t>docker build -t student-performance-ai .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Run:</a:t>
            </a:r>
          </a:p>
          <a:p>
            <a:pPr>
              <a:spcAft>
                <a:spcPts val="800"/>
              </a:spcAft>
              <a:defRPr sz="2000"/>
            </a:pPr>
            <a:r>
              <a:t>docker run -p 8501:8501 student-performance-ai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12. GitHub &amp; Version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Recommended workflow:</a:t>
            </a:r>
          </a:p>
          <a:p>
            <a:pPr>
              <a:spcAft>
                <a:spcPts val="800"/>
              </a:spcAft>
              <a:defRPr sz="2000"/>
            </a:pPr>
            <a:r>
              <a:t>• git init</a:t>
            </a:r>
          </a:p>
          <a:p>
            <a:pPr>
              <a:spcAft>
                <a:spcPts val="800"/>
              </a:spcAft>
              <a:defRPr sz="2000"/>
            </a:pPr>
            <a:r>
              <a:t>• git add .</a:t>
            </a:r>
          </a:p>
          <a:p>
            <a:pPr>
              <a:spcAft>
                <a:spcPts val="800"/>
              </a:spcAft>
              <a:defRPr sz="2000"/>
            </a:pPr>
            <a:r>
              <a:t>• git commit</a:t>
            </a:r>
          </a:p>
          <a:p>
            <a:pPr>
              <a:spcAft>
                <a:spcPts val="800"/>
              </a:spcAft>
              <a:defRPr sz="2000"/>
            </a:pPr>
            <a:r>
              <a:t>• create GitHub repository</a:t>
            </a:r>
          </a:p>
          <a:p>
            <a:pPr>
              <a:spcAft>
                <a:spcPts val="800"/>
              </a:spcAft>
              <a:defRPr sz="2000"/>
            </a:pPr>
            <a:r>
              <a:t>• git remote add origin ...</a:t>
            </a:r>
          </a:p>
          <a:p>
            <a:pPr>
              <a:spcAft>
                <a:spcPts val="800"/>
              </a:spcAft>
              <a:defRPr sz="2000"/>
            </a:pPr>
            <a:r>
              <a:t>• git push -u origin main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Keep README, requirements, model pipeline and deployment files in the repository.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13. Results &amp; Business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The model can support early academic intervention by identifying students whose expected score is low.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Use the prediction as a decision-support signal, not as the only basis for academic decisions.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14.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• Add subject-wise predictions</a:t>
            </a:r>
          </a:p>
          <a:p>
            <a:pPr>
              <a:spcAft>
                <a:spcPts val="800"/>
              </a:spcAft>
              <a:defRPr sz="2000"/>
            </a:pPr>
            <a:r>
              <a:t>• Time-series learning progress</a:t>
            </a:r>
          </a:p>
          <a:p>
            <a:pPr>
              <a:spcAft>
                <a:spcPts val="800"/>
              </a:spcAft>
              <a:defRPr sz="2000"/>
            </a:pPr>
            <a:r>
              <a:t>• Explainable AI with SHAP</a:t>
            </a:r>
          </a:p>
          <a:p>
            <a:pPr>
              <a:spcAft>
                <a:spcPts val="800"/>
              </a:spcAft>
              <a:defRPr sz="2000"/>
            </a:pPr>
            <a:r>
              <a:t>• Model monitoring and drift detection</a:t>
            </a:r>
          </a:p>
          <a:p>
            <a:pPr>
              <a:spcAft>
                <a:spcPts val="800"/>
              </a:spcAft>
              <a:defRPr sz="2000"/>
            </a:pPr>
            <a:r>
              <a:t>• Authentication and role-based access</a:t>
            </a:r>
          </a:p>
          <a:p>
            <a:pPr>
              <a:spcAft>
                <a:spcPts val="800"/>
              </a:spcAft>
              <a:defRPr sz="2000"/>
            </a:pPr>
            <a:r>
              <a:t>• Cloud deployment on AWS</a:t>
            </a:r>
          </a:p>
          <a:p>
            <a:pPr>
              <a:spcAft>
                <a:spcPts val="800"/>
              </a:spcAft>
              <a:defRPr sz="2000"/>
            </a:pPr>
            <a:r>
              <a:t>• Real institutional data with proper consent and governance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15.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This project demonstrates a complete ML lifecycle:</a:t>
            </a:r>
          </a:p>
          <a:p>
            <a:pPr>
              <a:spcAft>
                <a:spcPts val="800"/>
              </a:spcAft>
              <a:defRPr sz="2000"/>
            </a:pPr>
            <a:r>
              <a:t>Data → EDA → Preprocessing → Model Training → Evaluation → Model Saving → UI → API → Docker → GitHub.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This is suitable as a portfolio / final-year project foundation.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